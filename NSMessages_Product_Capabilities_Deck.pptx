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108960" cy="365760"/>
          </a:xfrm>
          <a:prstGeom prst="rect">
            <a:avLst/>
          </a:prstGeom>
          <a:solidFill>
            <a:srgbClr val="042D23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MESSAGE ORCHESTRATION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NSMessages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Payment Messaging Infrastructure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 Capabilities &amp; Technical Architecture Deck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Interbank Messaging, Customer Funds Movement (NGN &amp; USD), Markets &amp; Governance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solidFill>
            <a:srgbClr val="041D1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Availability  |  4-Eye Dual Control  |  100% SHA-256 Audit Coverage  |  ISO 20022 Native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PLATFORM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Interbank Communication &amp; Sovereign Orchestration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Communications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banks, microfinance institutions, MDAs, and central regulators historically relied on fragmented email, phone calls, and un-audited manual channels for financial inquiries and trade confirmations, creating operational risk and trade entry errors.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NSMessages Infrastructure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centralized, sovereign financial messaging platform providing policy-controlled ISO 20022 message exchange, real-time bilateral desk channels, customer funds movement (Naira &amp; Dollars), and automated settlement reconciliation.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PILLARS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381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274320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4 foundational pillars: ISO 20022 Message Standard Alignment, Maker-Checker Dual-Control Risk Interception, SHA-256 Tamper-Evident Audit Mesh, and Executive Digital Signature Seals.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 Core Enterprise Service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NSMessages IAM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Directory, 3-Tier Hierarchy &amp; RBAC/ABAC Persona Governance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NSMessages Chat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Desk Channels, 3-Step Routing &amp; Session Closure Archives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155448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NSMessages Inbox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2057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Interbank Dispatches, Multi-Tier Inboxes &amp; SLA Timers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NSMessages Exchange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Funds Movement Engine in Naira (NGN ₦) &amp; Dollars (USD $)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310896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NSMessages Cases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611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Reconciliation Docket, 146-Txn Evidence Schedules &amp; Refund Notes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310896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NSMessages Markets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3611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Board, RFQ Execution, Daily Blotter &amp; Amendment Diffs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46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NSMessages Mandates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Correspondence &amp; Executive Digital Signature Seals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466344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846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NSMessages Compliance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5166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Broadcast Circulars &amp; Statutory Return Filing Certificates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63840" y="466344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846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NSMessages Security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5166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Chained Audit Ledger &amp; Interactive Scenario Sandbox Runner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&amp; FUNDS MOVEMENT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Exchange: Customer Credit Transfers (NGN &amp; USD)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EXCHANGES &amp; TRANSFER CAPABILITIES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Multi-Currency Support: Native execution in both Nigerian Naira (NGN ₦) and US Dollars (USD $).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SMCTC100 Standard: Structured ISO 20022 message schema for customer transfer credit messages.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7033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Ordering &amp; Beneficiary Validation: Validates customer names, account numbers, and IBAN formats.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Processing Desk Roles: Scoped for Originating Desk, Intermediary Clearing Bank, and Beneficiary Desk.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51663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Status Tracking: Live metrics across Pending, Authorized, Acknowledged, and Rejected states.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303520" cy="4480560"/>
          </a:xfrm>
          <a:prstGeom prst="rect">
            <a:avLst/>
          </a:prstGeom>
          <a:solidFill>
            <a:srgbClr val="021812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TRANSFER SCHEMA (SMCTC100)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Parameter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Naira (NGN)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84080" y="2240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Dollar (USD)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Docket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MSG-20260829-A1362C0C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84080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MSG-20260909-DEF908CA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Amount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₦100,000,000.25 NGN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84080" y="3246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$2,000.00 USD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Customer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Dangote Industries Ltd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84080" y="3749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TotalEnergies Marketing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4251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Beneficiary Customer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4251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Treasury Acc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0" y="4251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 Energy Corp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4754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Role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84080" y="4754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ORIGINATING_DESK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5257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Status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5257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84080" y="5257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⏳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INTERBANK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Desk Corridor &amp; AI Chat Term Extractor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3-Step Routing Wizard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verified desk channels by navigating: Select Institution -&gt; Select Functional Department &amp; Desk Unit -&gt; Select Individual Officer. Ensures message delivery strictly to authorized counterparts.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Session Closure ("End Chat")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End Chat action locks message inputs, generates immutable timestamped closure notices, and archives complete transcript logs into read-only historical search dockets.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Term Extractor Engine 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0" y="256032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parses concluded chat transcripts to extract Financial Instrument, Yield %, Nominal Amount, Settlement Date, and Counterparty details into editable trade tickets, eliminating manual data entry.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RECONCILIATION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Interbank Case Engine &amp; Bulk Evidence Dockets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1-Click Case Escalation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17373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informal chat inquiries or payment discrepancies into formal Case Dockets with unique tracking reference numbers.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80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Bulk Evidence Schedules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8803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clearing officers to upload schedules (e.g. 146 failed POS transactions / ₦38.6M difference).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SLA Countdown Timers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40233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statutory resolution targets (e.g. 48-hour SLA countdown) with automated escalation alerts.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98348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66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Financial Refund Sign-Off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51663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 officers submit structured NGN refund proposals and action plans for counterparty acceptance and closure.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&amp; TREASURY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Quotations, RFQ Workflow &amp; Daily Dealer Blotter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pricing for FGN Benchmark Bonds, Treasury Bills (NTB), NAFEM FX Spot, and Open Buy Back (OBB) Repos.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Workflow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&amp; Multilateral Request-for-Quote engine. Accepted quotes convert directly into executed trade tickets.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06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Dealer Blotter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6177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daily traded volume (NGN), trade counts, average yield, and dealer authority limits (&lt;= ₦2.0B vs Supervisor Seal).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06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Post-Trade Visual Diffs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visual side-by-side strikethrough (v1) vs bold green (v2) diff matrices during post-trade amendments.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MANDATES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Circular Broadcasts &amp; Executive Signature Seals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CIRCULAR BROADCASTS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Targeted Channels: Broadcast policy circulars via Email, In-App Notification, or SMS.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Grouping: Send directly to specific organizational emails (MD/CEO, Compliance, Info).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Read-Receipt Compliance Audit: Audits exact read receipts and formal acknowledgments across all recipient banks.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Scope Filtering: Broadcast across entire banking sector or specific regulatory regimes.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MANDATES &amp; DIGITAL SEALS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Classified Templates: Standardized templates for Government Directives, Official Requests, and Regulatory Letters.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Executive HSM Digital Seal: Step-Up 2FA modal affixes SHA-256 digital signature hashes to mandate documents.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Statutory Filing Certificates: Generates verifiable submission certificates (e.g. CBN-SUB-88192) for regulatory returns.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Legal Binding Execution: Concludes mandates by mutual institutional concurrence.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Chained Audit Ledger &amp; Maker-Checker Security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Audit Mesh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message dispatch, trade execution, approval, and administrative edit is immutably hashed and logged.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Maker-Checker Dual Control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4-eye principle for sensitive access adjustments, trade limit increases, and executive seal sign-offs.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06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FIDO2 / MFA Step-Up Auth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6177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high-stakes decisions require step-up authentication prior to transaction commitment.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06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Dual-Control User Suspension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 can suspend or reactivate personnel with checker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NSMessages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Payment Messaging Infrastructure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solidFill>
            <a:srgbClr val="041D16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&amp; CODEBASE INFRASTRUCTURE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Cloud Production URL: https://msecureinstitution.vercel.app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GitHub Codebase Repository: https://github.com/fredkio/msecureinstitution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 20022 Compliance: Native support for SMCTC100 Customer Transfer Credit messages in Naira (NGN) &amp; Dollars (USD).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Interbank Dispute Engine: 1-click Convert to Case with 146-transaction evidence schedules and SLA countdown timers.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Chat Term Extractor: Automated parsing of bilateral chat negotiation transcripts into trade blotter tickets.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Regulatory Governance: Central Bank circular broadcasting with read-receipt audit and Executive Digital Signature Seals.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NSMessages Sovereign Payment Messaging Infrastructure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NSMessages - Executive Product Capabilities Deck</dc:title>
  <dc:subject>PptxGenJS Presentation</dc:subject>
  <dc:creator>NSMessages Sovereign Team</dc:creator>
  <cp:lastModifiedBy>NSMessages Sovereign Team</cp:lastModifiedBy>
  <cp:revision>1</cp:revision>
  <dcterms:created xsi:type="dcterms:W3CDTF">2026-09-09T21:51:19Z</dcterms:created>
  <dcterms:modified xsi:type="dcterms:W3CDTF">2026-09-09T21:51:19Z</dcterms:modified>
</cp:coreProperties>
</file>